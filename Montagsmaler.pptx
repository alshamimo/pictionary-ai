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6350" y="1421765"/>
            <a:ext cx="6658610" cy="1225550"/>
          </a:xfrm>
        </p:spPr>
        <p:txBody>
          <a:bodyPr>
            <a:noAutofit/>
          </a:bodyPr>
          <a:lstStyle/>
          <a:p>
            <a:pPr algn="l"/>
            <a:r>
              <a:rPr lang="de-DE" altLang="en-US" sz="3600" dirty="0">
                <a:solidFill>
                  <a:srgbClr val="1B1B27"/>
                </a:solidFill>
                <a:latin typeface="Algerian" panose="04020705040A02060702" charset="0"/>
                <a:ea typeface="Raleway" pitchFamily="34" charset="-122"/>
                <a:cs typeface="Algerian" panose="04020705040A02060702" charset="0"/>
                <a:sym typeface="+mn-ea"/>
              </a:rPr>
              <a:t>Montagsmaler </a:t>
            </a:r>
            <a:r>
              <a:rPr lang="en-US" sz="3600" dirty="0">
                <a:solidFill>
                  <a:srgbClr val="1B1B27"/>
                </a:solidFill>
                <a:latin typeface="Algerian" panose="04020705040A02060702" charset="0"/>
                <a:ea typeface="Raleway" pitchFamily="34" charset="-122"/>
                <a:cs typeface="Algerian" panose="04020705040A02060702" charset="0"/>
                <a:sym typeface="+mn-ea"/>
              </a:rPr>
              <a:t>Zeichenerkennungsspiel</a:t>
            </a:r>
            <a:endParaRPr lang="en-US" sz="3600" dirty="0">
              <a:solidFill>
                <a:srgbClr val="1B1B27"/>
              </a:solidFill>
              <a:latin typeface="Algerian" panose="04020705040A02060702" charset="0"/>
              <a:ea typeface="Raleway" pitchFamily="34" charset="-122"/>
              <a:cs typeface="Algerian" panose="04020705040A02060702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75555" y="3429000"/>
            <a:ext cx="6774815" cy="2455545"/>
          </a:xfrm>
        </p:spPr>
        <p:txBody>
          <a:bodyPr>
            <a:noAutofit/>
          </a:bodyPr>
          <a:lstStyle/>
          <a:p>
            <a:pPr algn="l"/>
            <a:r>
              <a:rPr lang="en-US" altLang="en-US" sz="2000" dirty="0">
                <a:solidFill>
                  <a:srgbClr val="3C3939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Montagsmaler </a:t>
            </a:r>
            <a:r>
              <a:rPr lang="de-DE" altLang="en-US" sz="2000" dirty="0">
                <a:solidFill>
                  <a:srgbClr val="3C3939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- </a:t>
            </a:r>
            <a:r>
              <a:rPr lang="en-US" altLang="en-US" sz="2000" dirty="0">
                <a:solidFill>
                  <a:srgbClr val="3C3939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ist ein interaktives Zeichenspiel, bei dem die Nutzer einen Begriff zeichnen und die KI versucht, diesen in Echtzeit zu erkennen. Dabei analysiert sie die Zeichnung und zeigt </a:t>
            </a:r>
            <a:r>
              <a:rPr lang="" altLang="en-US" sz="2000" dirty="0">
                <a:solidFill>
                  <a:srgbClr val="3C3939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Ü</a:t>
            </a:r>
            <a:r>
              <a:rPr lang="en-US" altLang="en-US" sz="2000" dirty="0">
                <a:solidFill>
                  <a:srgbClr val="3C3939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bereinstimmung mit den möglichen Begriffen – z. B. Apple, Fork, Eyeglasses, Candle oder Star.</a:t>
            </a:r>
            <a:endParaRPr lang="en-US" altLang="en-US" sz="2000" dirty="0">
              <a:solidFill>
                <a:srgbClr val="3C3939"/>
              </a:solidFill>
              <a:latin typeface="Times New Roman" panose="02020603050405020304" charset="0"/>
              <a:ea typeface="Roboto" panose="02000000000000000000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00575" cy="6887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807325" cy="1325880"/>
          </a:xfrm>
        </p:spPr>
        <p:txBody>
          <a:bodyPr/>
          <a:lstStyle/>
          <a:p>
            <a:r>
              <a:rPr lang="en-US" dirty="0">
                <a:solidFill>
                  <a:srgbClr val="1B1B27"/>
                </a:solidFill>
                <a:latin typeface="Algerian" panose="04020705040A02060702" charset="0"/>
                <a:ea typeface="Raleway" pitchFamily="34" charset="-122"/>
                <a:cs typeface="Algerian" panose="04020705040A02060702" charset="0"/>
                <a:sym typeface="+mn-ea"/>
              </a:rPr>
              <a:t>Funktionsweise des Spiels</a:t>
            </a:r>
            <a:endParaRPr lang="en-US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93765" cy="56578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Das Spielprinzip ist einfach und intuitiv:</a:t>
            </a:r>
            <a:endParaRPr lang="en-US" dirty="0"/>
          </a:p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37565" y="2526030"/>
            <a:ext cx="6334125" cy="2682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Benutzer zeichnen ein Objekt im </a:t>
            </a:r>
            <a:r>
              <a:rPr lang="en-US" b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Zeichenbereich</a:t>
            </a: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.</a:t>
            </a:r>
            <a:endParaRPr lang="en-US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Durch Drücken der </a:t>
            </a:r>
            <a:r>
              <a:rPr lang="en-US" b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„</a:t>
            </a:r>
            <a:r>
              <a:rPr lang="de-DE" altLang="en-US" b="1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Recognize</a:t>
            </a:r>
            <a:r>
              <a:rPr lang="en-US" b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“</a:t>
            </a: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-Taste wird die Skizze analysiert.</a:t>
            </a:r>
            <a:endParaRPr lang="en-US" dirty="0"/>
          </a:p>
          <a:p>
            <a:pPr marL="0" indent="0" algn="l">
              <a:lnSpc>
                <a:spcPts val="2850"/>
              </a:lnSpc>
              <a:buSzPct val="100000"/>
              <a:buNone/>
            </a:pPr>
            <a:endParaRPr lang="en-US"/>
          </a:p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Das Ergebnis wird als </a:t>
            </a:r>
            <a:r>
              <a:rPr lang="en-US" b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Balkendiagramm</a:t>
            </a: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 im Bereich </a:t>
            </a:r>
            <a:endParaRPr lang="en-US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b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„</a:t>
            </a:r>
            <a:r>
              <a:rPr lang="de-DE" altLang="en-US" b="1" dirty="0">
                <a:solidFill>
                  <a:srgbClr val="3C3939"/>
                </a:solidFill>
                <a:latin typeface="Calibri" panose="020F050202020403020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Recognition Results</a:t>
            </a:r>
            <a:r>
              <a:rPr lang="en-US" b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“</a:t>
            </a: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 angezeigt.</a:t>
            </a:r>
            <a:endParaRPr lang="en-US" dirty="0"/>
          </a:p>
          <a:p>
            <a:pPr marL="0" indent="0" algn="l">
              <a:lnSpc>
                <a:spcPts val="2850"/>
              </a:lnSpc>
              <a:buSzPct val="100000"/>
              <a:buNone/>
            </a:pPr>
            <a:endParaRPr lang="en-US"/>
          </a:p>
        </p:txBody>
      </p:sp>
      <p:pic>
        <p:nvPicPr>
          <p:cNvPr id="5" name="Picture 4" descr="Screenshot 2025-07-09 1350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1690" y="1417320"/>
            <a:ext cx="4720590" cy="4900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2025-07-09 13515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4335" y="524510"/>
            <a:ext cx="11403330" cy="23856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40130" y="3113405"/>
            <a:ext cx="3072130" cy="3088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2000" dirty="0">
                <a:solidFill>
                  <a:srgbClr val="3C3939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Die „</a:t>
            </a:r>
            <a:r>
              <a:rPr lang="en-US" altLang="en-US" sz="2000" b="1" dirty="0">
                <a:solidFill>
                  <a:srgbClr val="3C3939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Clear</a:t>
            </a:r>
            <a:r>
              <a:rPr lang="en-US" altLang="en-US" sz="2000" dirty="0">
                <a:solidFill>
                  <a:srgbClr val="3C3939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“-Taste entfernt die aktuelle Zeichnung und setzt den Zeichenbereich zurück. Dadurch können Nutzer eine neue Zeichnung beginnen.</a:t>
            </a:r>
            <a:endParaRPr lang="en-US" altLang="en-US" sz="2000" dirty="0">
              <a:solidFill>
                <a:srgbClr val="3C3939"/>
              </a:solidFill>
              <a:latin typeface="Times New Roman" panose="02020603050405020304" charset="0"/>
              <a:ea typeface="Roboto" panose="02000000000000000000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608195" y="3113405"/>
            <a:ext cx="2964815" cy="3258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dirty="0">
                <a:solidFill>
                  <a:srgbClr val="3C3939"/>
                </a:solidFill>
                <a:latin typeface="Times New Roman" panose="02020603050405020304" charset="0"/>
                <a:ea typeface="Roboto" panose="02000000000000000000" pitchFamily="34" charset="-122"/>
                <a:cs typeface="Times New Roman" panose="02020603050405020304" charset="0"/>
                <a:sym typeface="+mn-ea"/>
              </a:rPr>
              <a:t>Das Spiel bietet sofortiges visuelles Feedback: Die Benutzer sehen in Echtzeit, wie gut ihre Skizze mit den Erkennungsergebnissen der KI übereinstimmt. So entsteht ein direktes und interaktives Spielerlebnis.</a:t>
            </a:r>
            <a:endParaRPr lang="en-US" altLang="en-US" dirty="0">
              <a:solidFill>
                <a:srgbClr val="3C3939"/>
              </a:solidFill>
              <a:latin typeface="Times New Roman" panose="02020603050405020304" charset="0"/>
              <a:ea typeface="Roboto" panose="02000000000000000000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202295" y="3113405"/>
            <a:ext cx="3150870" cy="3461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Die KI-gestützte Erkennung identifiziert präzise handgezeichnete Objekte wie Apfel, Kerze, Brille, Gabel und Stern. Diese Kernfunktion sorgt für ein fesselndes und interaktives Erlebnis.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565" y="3839845"/>
            <a:ext cx="11017885" cy="1547495"/>
          </a:xfrm>
        </p:spPr>
        <p:txBody>
          <a:bodyPr/>
          <a:lstStyle/>
          <a:p>
            <a:r>
              <a:rPr lang="en-US" sz="2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Ein einfaches, aber fesselndes Spiel, das Zeichnen und KI-Erkennung verbindet.</a:t>
            </a:r>
            <a:endParaRPr lang="en-US" sz="2400" dirty="0"/>
          </a:p>
          <a:p>
            <a:r>
              <a:rPr lang="en-US" sz="2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Fördert Kreativität und die Erkundung skizzenbasierter Interaktion.</a:t>
            </a:r>
            <a:endParaRPr lang="en-US" sz="2400" dirty="0"/>
          </a:p>
          <a:p>
            <a:r>
              <a:rPr lang="en-US" sz="2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Benutzerfreundliche Oberfläche mit klaren visuellen Ausgaben.</a:t>
            </a:r>
            <a:endParaRPr lang="en-US" sz="24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595" y="0"/>
            <a:ext cx="12216765" cy="23672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38200" y="2750820"/>
            <a:ext cx="6586855" cy="614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dirty="0">
                <a:solidFill>
                  <a:srgbClr val="1B1B27"/>
                </a:solidFill>
                <a:latin typeface="Algerian" panose="04020705040A02060702" charset="0"/>
                <a:ea typeface="Raleway" pitchFamily="34" charset="-122"/>
                <a:cs typeface="Algerian" panose="04020705040A02060702" charset="0"/>
                <a:sym typeface="+mn-ea"/>
              </a:rPr>
              <a:t>Zusammenfassung</a:t>
            </a:r>
            <a:endParaRPr lang="en-US" sz="3600" b="1" dirty="0">
              <a:solidFill>
                <a:srgbClr val="1B1B27"/>
              </a:solidFill>
              <a:latin typeface="Algerian" panose="04020705040A02060702" charset="0"/>
              <a:ea typeface="Raleway" pitchFamily="34" charset="-122"/>
              <a:cs typeface="Algerian" panose="04020705040A02060702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1329</Words>
  <Application>WPS Presentation</Application>
  <PresentationFormat>Breitbild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46" baseType="lpstr">
      <vt:lpstr>Arial</vt:lpstr>
      <vt:lpstr>SimSun</vt:lpstr>
      <vt:lpstr>Wingdings</vt:lpstr>
      <vt:lpstr>Baskerville Old Face</vt:lpstr>
      <vt:lpstr>Raleway</vt:lpstr>
      <vt:lpstr>Roboto</vt:lpstr>
      <vt:lpstr>Roboto</vt:lpstr>
      <vt:lpstr>Roboto</vt:lpstr>
      <vt:lpstr>Algerian</vt:lpstr>
      <vt:lpstr>Times New Roman</vt:lpstr>
      <vt:lpstr>Microsoft YaHei</vt:lpstr>
      <vt:lpstr>Arial Unicode MS</vt:lpstr>
      <vt:lpstr>Calibri Light</vt:lpstr>
      <vt:lpstr>Calibri</vt:lpstr>
      <vt:lpstr>Broadway</vt:lpstr>
      <vt:lpstr>Bookman Old Style</vt:lpstr>
      <vt:lpstr>Californian FB</vt:lpstr>
      <vt:lpstr>Cambria</vt:lpstr>
      <vt:lpstr>Cascadia Code</vt:lpstr>
      <vt:lpstr>Centaur</vt:lpstr>
      <vt:lpstr>Castellar</vt:lpstr>
      <vt:lpstr>Century Gothic</vt:lpstr>
      <vt:lpstr>Comic Sans MS</vt:lpstr>
      <vt:lpstr>Constantia</vt:lpstr>
      <vt:lpstr>Corbel</vt:lpstr>
      <vt:lpstr>Corbel Light</vt:lpstr>
      <vt:lpstr>Courier New</vt:lpstr>
      <vt:lpstr>Dubai</vt:lpstr>
      <vt:lpstr>Dubai Light</vt:lpstr>
      <vt:lpstr>Eras Demi ITC</vt:lpstr>
      <vt:lpstr>Engravers MT</vt:lpstr>
      <vt:lpstr>Eras Bold ITC</vt:lpstr>
      <vt:lpstr>Eras Light ITC</vt:lpstr>
      <vt:lpstr>Eras Medium ITC</vt:lpstr>
      <vt:lpstr>Footlight MT Light</vt:lpstr>
      <vt:lpstr>Bahnschrift Condensed</vt:lpstr>
      <vt:lpstr>Arial Narrow</vt:lpstr>
      <vt:lpstr>Arial Rounded MT Bold</vt:lpstr>
      <vt:lpstr>Bahnschrift</vt:lpstr>
      <vt:lpstr>Bahnschrift SemiBold</vt:lpstr>
      <vt:lpstr>Bahnschrift Light SemiCondensed</vt:lpstr>
      <vt:lpstr>Office Theme</vt:lpstr>
      <vt:lpstr>Interaktives Zeichenerkennungsspiel</vt:lpstr>
      <vt:lpstr>Funktionsweise des Spiels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Interaktives Zeichenerkennungsspiel</dc:title>
  <dc:creator/>
  <cp:lastModifiedBy>Но Даркор</cp:lastModifiedBy>
  <cp:revision>41</cp:revision>
  <dcterms:created xsi:type="dcterms:W3CDTF">2025-07-09T12:00:00Z</dcterms:created>
  <dcterms:modified xsi:type="dcterms:W3CDTF">2025-07-10T10:40:41Z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7FD4D88DCFEE4126AEA58B3BF7F10094_11</vt:lpwstr>
  </property>
  <property fmtid="{D5CDD505-2E9C-101B-9397-08002B2CF9AE}" pid="3" name="KSOProductBuildVer">
    <vt:lpwstr>1033-12.2.0.21602</vt:lpwstr>
  </property>
</Properties>
</file>